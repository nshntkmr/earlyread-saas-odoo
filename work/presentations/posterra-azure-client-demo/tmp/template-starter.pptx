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673078d12843e0" /><Relationship Type="http://schemas.openxmlformats.org/officeDocument/2006/relationships/extended-properties" Target="/docProps/app.xml" Id="Re213c0ae7ef54a9a" /><Relationship Type="http://schemas.openxmlformats.org/officeDocument/2006/relationships/officeDocument" Target="/ppt/presentation.xml" Id="R41d084d94cab4f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14bbf1ba244667"/>
  </p:sldMasterIdLst>
  <p:notesMasterIdLst>
    <p:notesMasterId xmlns:r="http://schemas.openxmlformats.org/officeDocument/2006/relationships" r:id="Rcf535146990d4d98"/>
  </p:notesMasterIdLst>
  <p:sldIdLst>
    <p:sldId xmlns:r="http://schemas.openxmlformats.org/officeDocument/2006/relationships" id="256" r:id="R346e9f31f55b40a4"/>
    <p:sldId xmlns:r="http://schemas.openxmlformats.org/officeDocument/2006/relationships" id="257" r:id="Rdc70d9006b8e41c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d126b71c084221" /><Relationship Type="http://schemas.openxmlformats.org/officeDocument/2006/relationships/slideMaster" Target="/ppt/slideMasters/slideMaster1.xml" Id="Rcd14bbf1ba244667" /><Relationship Type="http://schemas.openxmlformats.org/officeDocument/2006/relationships/notesMaster" Target="/ppt/notesMasters/notesMaster1.xml" Id="Rcf535146990d4d98" /><Relationship Type="http://schemas.openxmlformats.org/officeDocument/2006/relationships/presProps" Target="/ppt/presProps.xml" Id="Re3937b2716bb4acb" /><Relationship Type="http://schemas.openxmlformats.org/officeDocument/2006/relationships/tableStyles" Target="/ppt/tableStyles.xml" Id="Red76180d58fe4e26" /><Relationship Type="http://schemas.openxmlformats.org/officeDocument/2006/relationships/slide" Target="/ppt/slides/slide1.xml" Id="R346e9f31f55b40a4" /><Relationship Type="http://schemas.openxmlformats.org/officeDocument/2006/relationships/slide" Target="/ppt/slides/slide2.xml" Id="Rdc70d9006b8e41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417e65d4ea4a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d0bc94350d4c1b" /><Relationship Type="http://schemas.openxmlformats.org/officeDocument/2006/relationships/notesMaster" Target="/ppt/notesMasters/notesMaster1.xml" Id="R20435b089ab248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66d8cbbb114c5e" /><Relationship Type="http://schemas.openxmlformats.org/officeDocument/2006/relationships/notesMaster" Target="/ppt/notesMasters/notesMaster1.xml" Id="R1d0299a448b846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f5d20833ca4f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82c2a70fc241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f96b2798084bb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9cb620f4214a6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0f2f1fb11f454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327dc7e094af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af138792f34c1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290efd88694d6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31750c9a94aa9" /><Relationship Type="http://schemas.openxmlformats.org/officeDocument/2006/relationships/image" Target="/ppt/media/image.png" Id="R10e04aaf1e35479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56545ef1547cc" /><Relationship Type="http://schemas.openxmlformats.org/officeDocument/2006/relationships/image" Target="/ppt/media/image2.png" Id="Rcc5bb2ca3a9c43bb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10e04aaf1e35479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cc5bb2ca3a9c43b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f7fa5673984688" /><Relationship Type="http://schemas.openxmlformats.org/officeDocument/2006/relationships/slideLayout" Target="/ppt/slideLayouts/slideLayout1.xml" Id="Rcaa6d52dd98a416d" /><Relationship Type="http://schemas.openxmlformats.org/officeDocument/2006/relationships/slideLayout" Target="/ppt/slideLayouts/slideLayout2.xml" Id="R3a36e536013d47e6" /><Relationship Type="http://schemas.openxmlformats.org/officeDocument/2006/relationships/slideLayout" Target="/ppt/slideLayouts/slideLayout3.xml" Id="R72dd657d580a4107" /><Relationship Type="http://schemas.openxmlformats.org/officeDocument/2006/relationships/slideLayout" Target="/ppt/slideLayouts/slideLayout4.xml" Id="Rd6f47df44fe4488e" /><Relationship Type="http://schemas.openxmlformats.org/officeDocument/2006/relationships/slideLayout" Target="/ppt/slideLayouts/slideLayout5.xml" Id="Rb6fa65a3dc604b01" /><Relationship Type="http://schemas.openxmlformats.org/officeDocument/2006/relationships/slideLayout" Target="/ppt/slideLayouts/slideLayout6.xml" Id="R9594e6468729438d" /><Relationship Type="http://schemas.openxmlformats.org/officeDocument/2006/relationships/slideLayout" Target="/ppt/slideLayouts/slideLayout7.xml" Id="Ra8f5297a387247ca" /><Relationship Type="http://schemas.openxmlformats.org/officeDocument/2006/relationships/slideLayout" Target="/ppt/slideLayouts/slideLayout8.xml" Id="R2b85575200e94825" /><Relationship Type="http://schemas.openxmlformats.org/officeDocument/2006/relationships/slideLayout" Target="/ppt/slideLayouts/slideLayout9.xml" Id="R0b38d8f8da444282" /><Relationship Type="http://schemas.openxmlformats.org/officeDocument/2006/relationships/slideLayout" Target="/ppt/slideLayouts/slideLayout10.xml" Id="Raefd7f46f5064c5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a6d52dd98a416d"/>
    <p:sldLayoutId xmlns:r="http://schemas.openxmlformats.org/officeDocument/2006/relationships" id="2147483650" r:id="R3a36e536013d47e6"/>
    <p:sldLayoutId xmlns:r="http://schemas.openxmlformats.org/officeDocument/2006/relationships" id="2147483651" r:id="R72dd657d580a4107"/>
    <p:sldLayoutId xmlns:r="http://schemas.openxmlformats.org/officeDocument/2006/relationships" id="2147483652" r:id="Rd6f47df44fe4488e"/>
    <p:sldLayoutId xmlns:r="http://schemas.openxmlformats.org/officeDocument/2006/relationships" id="2147483653" r:id="Rb6fa65a3dc604b01"/>
    <p:sldLayoutId xmlns:r="http://schemas.openxmlformats.org/officeDocument/2006/relationships" id="2147483654" r:id="R9594e6468729438d"/>
    <p:sldLayoutId xmlns:r="http://schemas.openxmlformats.org/officeDocument/2006/relationships" id="2147483655" r:id="Ra8f5297a387247ca"/>
    <p:sldLayoutId xmlns:r="http://schemas.openxmlformats.org/officeDocument/2006/relationships" id="2147483656" r:id="R2b85575200e94825"/>
    <p:sldLayoutId xmlns:r="http://schemas.openxmlformats.org/officeDocument/2006/relationships" id="2147483657" r:id="R0b38d8f8da444282"/>
    <p:sldLayoutId xmlns:r="http://schemas.openxmlformats.org/officeDocument/2006/relationships" id="2147483658" r:id="Raefd7f46f5064c5f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944152e2614f89" /><Relationship Type="http://schemas.openxmlformats.org/officeDocument/2006/relationships/notesSlide" Target="/ppt/notesSlides/notesSlide1.xml" Id="R9742ca0dc85c4b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2cb65f86344440" /><Relationship Type="http://schemas.openxmlformats.org/officeDocument/2006/relationships/notesSlide" Target="/ppt/notesSlides/notesSlide2.xml" Id="Rda8660a7a0094fa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CDD464D-3316-879D-91C3-30E54491AD1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15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 column layout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2F75E60C-F9D7-0EB1-DB87-30BB4B88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5955"/>
            <a:ext cx="12192000" cy="148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12%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3740150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Lorem ipsum dolor </a:t>
            </a:r>
            <a:br/>
            <a:r>
              <a:rPr sz="1400">
                <a:latin typeface="Helvetica Neue"/>
                <a:ea typeface="Helvetica Neue"/>
                <a:cs typeface="Helvetica Neue"/>
              </a:rPr>
              <a:t>sit </a:t>
            </a:r>
            <a:r>
              <a:rPr sz="1400">
                <a:latin typeface="Helvetica Neue"/>
                <a:ea typeface="Helvetica Neue"/>
                <a:cs typeface="Helvetica Neue"/>
              </a:rPr>
              <a:t>amet</a:t>
            </a:r>
            <a:r>
              <a:rPr sz="1400">
                <a:latin typeface="Helvetica Neue"/>
                <a:ea typeface="Helvetica Neue"/>
                <a:cs typeface="Helvetica Neue"/>
              </a:rPr>
              <a:t>, </a:t>
            </a:r>
            <a:r>
              <a:rPr sz="1400">
                <a:latin typeface="Helvetica Neue"/>
                <a:ea typeface="Helvetica Neue"/>
                <a:cs typeface="Helvetica Neue"/>
              </a:rPr>
              <a:t>consectetur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12%</a:t>
            </a: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Lorem ipsum dolor </a:t>
            </a:r>
            <a:br/>
            <a:r>
              <a:rPr sz="1400">
                <a:latin typeface="Helvetica Neue"/>
                <a:ea typeface="Helvetica Neue"/>
                <a:cs typeface="Helvetica Neue"/>
              </a:rPr>
              <a:t>sit amet, consectetur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12%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Lorem ipsum dolor </a:t>
            </a:r>
            <a:br/>
            <a:r>
              <a:rPr sz="1400">
                <a:latin typeface="Helvetica Neue"/>
                <a:ea typeface="Helvetica Neue"/>
                <a:cs typeface="Helvetica Neue"/>
              </a:rPr>
              <a:t>sit amet, consectetur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12%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Lorem ipsum dolor </a:t>
            </a:r>
            <a:br/>
            <a:r>
              <a:rPr sz="1400">
                <a:latin typeface="Helvetica Neue"/>
                <a:ea typeface="Helvetica Neue"/>
                <a:cs typeface="Helvetica Neue"/>
              </a:rPr>
              <a:t>sit amet, consectetur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0899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600">
                <a:latin typeface="Helvetica Neue"/>
                <a:ea typeface="Helvetica Neue"/>
                <a:cs typeface="Helvetica Neue"/>
              </a:rPr>
              <a:t>amet</a:t>
            </a:r>
            <a:r>
              <a:rPr sz="1600">
                <a:latin typeface="Helvetica Neue"/>
                <a:ea typeface="Helvetica Neue"/>
                <a:cs typeface="Helvetica Neue"/>
              </a:rPr>
              <a:t>, </a:t>
            </a:r>
            <a:r>
              <a:rPr sz="1600">
                <a:latin typeface="Helvetica Neue"/>
                <a:ea typeface="Helvetica Neue"/>
                <a:cs typeface="Helvetica Neue"/>
              </a:rPr>
              <a:t>consectetur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adipiscing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elit</a:t>
            </a:r>
            <a:r>
              <a:rPr sz="1600">
                <a:latin typeface="Helvetica Neue"/>
                <a:ea typeface="Helvetica Neue"/>
                <a:cs typeface="Helvetica Neue"/>
              </a:rPr>
              <a:t>. </a:t>
            </a:r>
            <a:r>
              <a:rPr sz="1600">
                <a:latin typeface="Helvetica Neue"/>
                <a:ea typeface="Helvetica Neue"/>
                <a:cs typeface="Helvetica Neue"/>
              </a:rPr>
              <a:t>Pellentesque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ultricies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quam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ut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massa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luctus</a:t>
            </a:r>
            <a:r>
              <a:rPr sz="1600">
                <a:latin typeface="Helvetica Neue"/>
                <a:ea typeface="Helvetica Neue"/>
                <a:cs typeface="Helvetica Neue"/>
              </a:rPr>
              <a:t> cursus. </a:t>
            </a:r>
            <a:r>
              <a:rPr sz="1600">
                <a:latin typeface="Helvetica Neue"/>
                <a:ea typeface="Helvetica Neue"/>
                <a:cs typeface="Helvetica Neue"/>
              </a:rPr>
              <a:t>Nullam</a:t>
            </a:r>
            <a:r>
              <a:rPr sz="1600">
                <a:latin typeface="Helvetica Neue"/>
                <a:ea typeface="Helvetica Neue"/>
                <a:cs typeface="Helvetica Neue"/>
              </a:rPr>
              <a:t> pharetra </a:t>
            </a:r>
            <a:r>
              <a:rPr sz="1600">
                <a:latin typeface="Helvetica Neue"/>
                <a:ea typeface="Helvetica Neue"/>
                <a:cs typeface="Helvetica Neue"/>
              </a:rPr>
              <a:t>mauris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tortor</a:t>
            </a:r>
            <a:r>
              <a:rPr sz="1600">
                <a:latin typeface="Helvetica Neue"/>
                <a:ea typeface="Helvetica Neue"/>
                <a:cs typeface="Helvetica Neue"/>
              </a:rPr>
              <a:t>. In hac </a:t>
            </a:r>
            <a:r>
              <a:rPr sz="1600">
                <a:latin typeface="Helvetica Neue"/>
                <a:ea typeface="Helvetica Neue"/>
                <a:cs typeface="Helvetica Neue"/>
              </a:rPr>
              <a:t>habitasse</a:t>
            </a:r>
            <a:r>
              <a:rPr sz="1600">
                <a:latin typeface="Helvetica Neue"/>
                <a:ea typeface="Helvetica Neue"/>
                <a:cs typeface="Helvetica Neue"/>
              </a:rPr>
              <a:t> </a:t>
            </a:r>
            <a:r>
              <a:rPr sz="1600">
                <a:latin typeface="Helvetica Neue"/>
                <a:ea typeface="Helvetica Neue"/>
                <a:cs typeface="Helvetica Neue"/>
              </a:rPr>
              <a:t>platea</a:t>
            </a:r>
            <a:r>
              <a:rPr sz="1600"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99D28F4-0533-71C4-6121-D7C1CF72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3937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220E5B-9AD4-0A77-D081-8DD6CEDE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2369856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015B47D-C18B-C33D-B6B9-8B12C7F2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43561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C70AE1A9-6BFA-C8F8-15D8-E0C474C987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11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98E6F4A-D901-EDDD-8055-85C5D5B507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1" y="344008"/>
            <a:ext cx="4928108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points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851832-A61E-C0E6-B2C4-DAC1BEA62DF8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61100" y="672952"/>
            <a:ext cx="5287433" cy="1079796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1492ACB-99F1-D37C-A4AB-B6589210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664788"/>
            <a:ext cx="5287433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E244A58-AA3E-6549-238A-E0B6EB98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656290"/>
            <a:ext cx="5287433" cy="1037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Title goes here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Lorem ipsum dolor sit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amet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consectetur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adipiscing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elit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Pellentesque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ultricies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quam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massa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luctus</a:t>
            </a: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65626630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2026-06-23T07:02:51.4760000Z</dcterms:created>
  <dcterms:modified xsi:type="dcterms:W3CDTF">2026-06-23T07:02:51.4760000Z</dcterms:modified>
</coreProperties>
</file>